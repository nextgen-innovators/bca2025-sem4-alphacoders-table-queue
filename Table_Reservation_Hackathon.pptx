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65" r:id="rId3"/>
    <p:sldId id="257" r:id="rId4"/>
    <p:sldId id="258" r:id="rId5"/>
    <p:sldId id="259" r:id="rId6"/>
    <p:sldId id="264" r:id="rId7"/>
    <p:sldId id="262" r:id="rId8"/>
    <p:sldId id="266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 NERVOUS" userId="00dc0b5ae1c9b6e5" providerId="LiveId" clId="{E7A5DD01-C370-49FB-9EF3-272B4605099F}"/>
    <pc:docChg chg="undo custSel addSld delSld modSld sldOrd">
      <pc:chgData name="MR NERVOUS" userId="00dc0b5ae1c9b6e5" providerId="LiveId" clId="{E7A5DD01-C370-49FB-9EF3-272B4605099F}" dt="2025-12-07T03:40:18.149" v="1802" actId="2711"/>
      <pc:docMkLst>
        <pc:docMk/>
      </pc:docMkLst>
      <pc:sldChg chg="modSp mod">
        <pc:chgData name="MR NERVOUS" userId="00dc0b5ae1c9b6e5" providerId="LiveId" clId="{E7A5DD01-C370-49FB-9EF3-272B4605099F}" dt="2025-12-07T02:15:27.289" v="1278" actId="20577"/>
        <pc:sldMkLst>
          <pc:docMk/>
          <pc:sldMk cId="0" sldId="256"/>
        </pc:sldMkLst>
        <pc:spChg chg="mod">
          <ac:chgData name="MR NERVOUS" userId="00dc0b5ae1c9b6e5" providerId="LiveId" clId="{E7A5DD01-C370-49FB-9EF3-272B4605099F}" dt="2025-12-07T01:50:25.207" v="114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2:15:27.289" v="127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R NERVOUS" userId="00dc0b5ae1c9b6e5" providerId="LiveId" clId="{E7A5DD01-C370-49FB-9EF3-272B4605099F}" dt="2025-12-07T01:46:24.821" v="1121"/>
        <pc:sldMkLst>
          <pc:docMk/>
          <pc:sldMk cId="0" sldId="257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R NERVOUS" userId="00dc0b5ae1c9b6e5" providerId="LiveId" clId="{E7A5DD01-C370-49FB-9EF3-272B4605099F}" dt="2025-12-07T01:46:24.821" v="1121"/>
        <pc:sldMkLst>
          <pc:docMk/>
          <pc:sldMk cId="0" sldId="258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58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R NERVOUS" userId="00dc0b5ae1c9b6e5" providerId="LiveId" clId="{E7A5DD01-C370-49FB-9EF3-272B4605099F}" dt="2025-12-07T03:32:43.439" v="1490" actId="20577"/>
        <pc:sldMkLst>
          <pc:docMk/>
          <pc:sldMk cId="0" sldId="259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3:32:43.439" v="149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del mod modShow">
        <pc:chgData name="MR NERVOUS" userId="00dc0b5ae1c9b6e5" providerId="LiveId" clId="{E7A5DD01-C370-49FB-9EF3-272B4605099F}" dt="2025-12-06T08:52:37.566" v="95" actId="2696"/>
        <pc:sldMkLst>
          <pc:docMk/>
          <pc:sldMk cId="0" sldId="260"/>
        </pc:sldMkLst>
        <pc:spChg chg="mod">
          <ac:chgData name="MR NERVOUS" userId="00dc0b5ae1c9b6e5" providerId="LiveId" clId="{E7A5DD01-C370-49FB-9EF3-272B4605099F}" dt="2025-12-06T08:46:40.777" v="3"/>
          <ac:spMkLst>
            <pc:docMk/>
            <pc:sldMk cId="0" sldId="260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6T08:48:06.935" v="39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del mod">
        <pc:chgData name="MR NERVOUS" userId="00dc0b5ae1c9b6e5" providerId="LiveId" clId="{E7A5DD01-C370-49FB-9EF3-272B4605099F}" dt="2025-12-06T12:19:59.575" v="440" actId="47"/>
        <pc:sldMkLst>
          <pc:docMk/>
          <pc:sldMk cId="0" sldId="261"/>
        </pc:sldMkLst>
        <pc:spChg chg="mod">
          <ac:chgData name="MR NERVOUS" userId="00dc0b5ae1c9b6e5" providerId="LiveId" clId="{E7A5DD01-C370-49FB-9EF3-272B4605099F}" dt="2025-12-06T08:54:57.560" v="110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6T08:54:51.568" v="109" actId="2711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R NERVOUS" userId="00dc0b5ae1c9b6e5" providerId="LiveId" clId="{E7A5DD01-C370-49FB-9EF3-272B4605099F}" dt="2025-12-07T01:46:24.821" v="1121"/>
        <pc:sldMkLst>
          <pc:docMk/>
          <pc:sldMk cId="0" sldId="262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62"/>
            <ac:spMk id="3" creationId="{00000000-0000-0000-0000-000000000000}"/>
          </ac:spMkLst>
        </pc:spChg>
      </pc:sldChg>
      <pc:sldChg chg="modSp mod ord">
        <pc:chgData name="MR NERVOUS" userId="00dc0b5ae1c9b6e5" providerId="LiveId" clId="{E7A5DD01-C370-49FB-9EF3-272B4605099F}" dt="2025-12-07T01:46:24.821" v="1121"/>
        <pc:sldMkLst>
          <pc:docMk/>
          <pc:sldMk cId="0" sldId="263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63"/>
            <ac:spMk id="2" creationId="{00000000-0000-0000-0000-000000000000}"/>
          </ac:spMkLst>
        </pc:spChg>
        <pc:spChg chg="mod">
          <ac:chgData name="MR NERVOUS" userId="00dc0b5ae1c9b6e5" providerId="LiveId" clId="{E7A5DD01-C370-49FB-9EF3-272B4605099F}" dt="2025-12-07T01:46:24.821" v="1121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new mod">
        <pc:chgData name="MR NERVOUS" userId="00dc0b5ae1c9b6e5" providerId="LiveId" clId="{E7A5DD01-C370-49FB-9EF3-272B4605099F}" dt="2025-12-07T03:33:11.262" v="1493" actId="14734"/>
        <pc:sldMkLst>
          <pc:docMk/>
          <pc:sldMk cId="2095742668" sldId="264"/>
        </pc:sldMkLst>
        <pc:spChg chg="mod">
          <ac:chgData name="MR NERVOUS" userId="00dc0b5ae1c9b6e5" providerId="LiveId" clId="{E7A5DD01-C370-49FB-9EF3-272B4605099F}" dt="2025-12-07T01:46:24.821" v="1121"/>
          <ac:spMkLst>
            <pc:docMk/>
            <pc:sldMk cId="2095742668" sldId="264"/>
            <ac:spMk id="2" creationId="{047D3E95-F380-5B28-D931-901B29237835}"/>
          </ac:spMkLst>
        </pc:spChg>
        <pc:spChg chg="del mod">
          <ac:chgData name="MR NERVOUS" userId="00dc0b5ae1c9b6e5" providerId="LiveId" clId="{E7A5DD01-C370-49FB-9EF3-272B4605099F}" dt="2025-12-06T16:05:12.098" v="514"/>
          <ac:spMkLst>
            <pc:docMk/>
            <pc:sldMk cId="2095742668" sldId="264"/>
            <ac:spMk id="3" creationId="{8370A336-5F67-B5E5-C5DD-F018D4AC61D3}"/>
          </ac:spMkLst>
        </pc:spChg>
        <pc:spChg chg="add del mod">
          <ac:chgData name="MR NERVOUS" userId="00dc0b5ae1c9b6e5" providerId="LiveId" clId="{E7A5DD01-C370-49FB-9EF3-272B4605099F}" dt="2025-12-07T00:31:55.692" v="992" actId="3680"/>
          <ac:spMkLst>
            <pc:docMk/>
            <pc:sldMk cId="2095742668" sldId="264"/>
            <ac:spMk id="5" creationId="{516622D5-2F62-1D8B-0204-819D19D49E96}"/>
          </ac:spMkLst>
        </pc:spChg>
        <pc:graphicFrameChg chg="add del mod modGraphic">
          <ac:chgData name="MR NERVOUS" userId="00dc0b5ae1c9b6e5" providerId="LiveId" clId="{E7A5DD01-C370-49FB-9EF3-272B4605099F}" dt="2025-12-07T00:31:20.455" v="991" actId="478"/>
          <ac:graphicFrameMkLst>
            <pc:docMk/>
            <pc:sldMk cId="2095742668" sldId="264"/>
            <ac:graphicFrameMk id="4" creationId="{A2AAF392-F911-3ECB-1E48-9A11629BC105}"/>
          </ac:graphicFrameMkLst>
        </pc:graphicFrameChg>
        <pc:graphicFrameChg chg="add mod ord modGraphic">
          <ac:chgData name="MR NERVOUS" userId="00dc0b5ae1c9b6e5" providerId="LiveId" clId="{E7A5DD01-C370-49FB-9EF3-272B4605099F}" dt="2025-12-07T03:33:11.262" v="1493" actId="14734"/>
          <ac:graphicFrameMkLst>
            <pc:docMk/>
            <pc:sldMk cId="2095742668" sldId="264"/>
            <ac:graphicFrameMk id="6" creationId="{BD6DC235-6DB3-4F6C-B75F-E9B6ED3788EF}"/>
          </ac:graphicFrameMkLst>
        </pc:graphicFrameChg>
      </pc:sldChg>
      <pc:sldChg chg="modSp new mod">
        <pc:chgData name="MR NERVOUS" userId="00dc0b5ae1c9b6e5" providerId="LiveId" clId="{E7A5DD01-C370-49FB-9EF3-272B4605099F}" dt="2025-12-07T03:21:07.764" v="1319" actId="14100"/>
        <pc:sldMkLst>
          <pc:docMk/>
          <pc:sldMk cId="3959324726" sldId="265"/>
        </pc:sldMkLst>
        <pc:spChg chg="mod">
          <ac:chgData name="MR NERVOUS" userId="00dc0b5ae1c9b6e5" providerId="LiveId" clId="{E7A5DD01-C370-49FB-9EF3-272B4605099F}" dt="2025-12-07T02:11:35.336" v="1153" actId="20577"/>
          <ac:spMkLst>
            <pc:docMk/>
            <pc:sldMk cId="3959324726" sldId="265"/>
            <ac:spMk id="2" creationId="{F4B42C50-EE37-5845-F6F6-F6A6EA2EE0C1}"/>
          </ac:spMkLst>
        </pc:spChg>
        <pc:spChg chg="mod">
          <ac:chgData name="MR NERVOUS" userId="00dc0b5ae1c9b6e5" providerId="LiveId" clId="{E7A5DD01-C370-49FB-9EF3-272B4605099F}" dt="2025-12-07T03:21:07.764" v="1319" actId="14100"/>
          <ac:spMkLst>
            <pc:docMk/>
            <pc:sldMk cId="3959324726" sldId="265"/>
            <ac:spMk id="3" creationId="{5B412E5E-C6F6-6CF7-D0DC-F48EA0ED1898}"/>
          </ac:spMkLst>
        </pc:spChg>
      </pc:sldChg>
      <pc:sldChg chg="modSp new del mod">
        <pc:chgData name="MR NERVOUS" userId="00dc0b5ae1c9b6e5" providerId="LiveId" clId="{E7A5DD01-C370-49FB-9EF3-272B4605099F}" dt="2025-12-07T02:16:43.920" v="1284" actId="2696"/>
        <pc:sldMkLst>
          <pc:docMk/>
          <pc:sldMk cId="2766155876" sldId="266"/>
        </pc:sldMkLst>
        <pc:spChg chg="mod">
          <ac:chgData name="MR NERVOUS" userId="00dc0b5ae1c9b6e5" providerId="LiveId" clId="{E7A5DD01-C370-49FB-9EF3-272B4605099F}" dt="2025-12-07T02:16:36.731" v="1283" actId="20577"/>
          <ac:spMkLst>
            <pc:docMk/>
            <pc:sldMk cId="2766155876" sldId="266"/>
            <ac:spMk id="2" creationId="{35DBA176-7413-084D-DD83-D15FF78EE50E}"/>
          </ac:spMkLst>
        </pc:spChg>
      </pc:sldChg>
      <pc:sldChg chg="new del">
        <pc:chgData name="MR NERVOUS" userId="00dc0b5ae1c9b6e5" providerId="LiveId" clId="{E7A5DD01-C370-49FB-9EF3-272B4605099F}" dt="2025-12-07T03:20:20.449" v="1286" actId="2696"/>
        <pc:sldMkLst>
          <pc:docMk/>
          <pc:sldMk cId="4010239215" sldId="266"/>
        </pc:sldMkLst>
      </pc:sldChg>
      <pc:sldChg chg="modSp new mod">
        <pc:chgData name="MR NERVOUS" userId="00dc0b5ae1c9b6e5" providerId="LiveId" clId="{E7A5DD01-C370-49FB-9EF3-272B4605099F}" dt="2025-12-07T03:40:18.149" v="1802" actId="2711"/>
        <pc:sldMkLst>
          <pc:docMk/>
          <pc:sldMk cId="4140878726" sldId="266"/>
        </pc:sldMkLst>
        <pc:spChg chg="mod">
          <ac:chgData name="MR NERVOUS" userId="00dc0b5ae1c9b6e5" providerId="LiveId" clId="{E7A5DD01-C370-49FB-9EF3-272B4605099F}" dt="2025-12-07T03:26:59.806" v="1365" actId="2711"/>
          <ac:spMkLst>
            <pc:docMk/>
            <pc:sldMk cId="4140878726" sldId="266"/>
            <ac:spMk id="2" creationId="{941AF1F4-D2BF-0003-51EF-83908C2BB464}"/>
          </ac:spMkLst>
        </pc:spChg>
        <pc:spChg chg="mod">
          <ac:chgData name="MR NERVOUS" userId="00dc0b5ae1c9b6e5" providerId="LiveId" clId="{E7A5DD01-C370-49FB-9EF3-272B4605099F}" dt="2025-12-07T03:40:18.149" v="1802" actId="2711"/>
          <ac:spMkLst>
            <pc:docMk/>
            <pc:sldMk cId="4140878726" sldId="266"/>
            <ac:spMk id="3" creationId="{E09D1E7F-041D-A35F-FF43-BDCA34D1AA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6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1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3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0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7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7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9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47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4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0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91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25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0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4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8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Reservation &amp; Queue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              Restaurant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Seating,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Happier Customers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Coders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Date:2025/12/06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2C50-EE37-5845-F6F6-F6A6EA2E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2E5E-C6F6-6CF7-D0DC-F48EA0ED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3" y="2640056"/>
            <a:ext cx="8110330" cy="176474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reservation and queue system makes restaurant dining smoother and stress-free. Customers can book a table or join the queue from their phone, while the restaurant manages everything in real time. No long waits, no confusion—just faster seating and a happier dining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2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face long waiting times during peak hours.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struggle to manage reservations and walk-ins.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are error-prone and reduce customer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customers to reserve tables online.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customers to see estimated waiting times.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staff track reservations and queue efficiently.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waiting time and increase restaurant revenue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reservation system via web or mobile app.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for walk-in customers.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dashboard to monitor tables in real-time.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reports for peak hours &amp; table usage.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role for customers &amp; admin/Staff with proper access control.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3E95-F380-5B28-D931-901B2923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6DC235-6DB3-4F6C-B75F-E9B6ED378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024798"/>
              </p:ext>
            </p:extLst>
          </p:nvPr>
        </p:nvGraphicFramePr>
        <p:xfrm>
          <a:off x="1303999" y="2405356"/>
          <a:ext cx="667160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3867">
                  <a:extLst>
                    <a:ext uri="{9D8B030D-6E8A-4147-A177-3AD203B41FA5}">
                      <a16:colId xmlns:a16="http://schemas.microsoft.com/office/drawing/2014/main" val="3643442700"/>
                    </a:ext>
                  </a:extLst>
                </a:gridCol>
                <a:gridCol w="2223867">
                  <a:extLst>
                    <a:ext uri="{9D8B030D-6E8A-4147-A177-3AD203B41FA5}">
                      <a16:colId xmlns:a16="http://schemas.microsoft.com/office/drawing/2014/main" val="3808659508"/>
                    </a:ext>
                  </a:extLst>
                </a:gridCol>
                <a:gridCol w="2223867">
                  <a:extLst>
                    <a:ext uri="{9D8B030D-6E8A-4147-A177-3AD203B41FA5}">
                      <a16:colId xmlns:a16="http://schemas.microsoft.com/office/drawing/2014/main" val="2362253102"/>
                    </a:ext>
                  </a:extLst>
                </a:gridCol>
              </a:tblGrid>
              <a:tr h="335766">
                <a:tc>
                  <a:txBody>
                    <a:bodyPr/>
                    <a:lstStyle/>
                    <a:p>
                      <a:r>
                        <a:rPr lang="en-US" dirty="0"/>
                        <a:t>S.N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  Stream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293227"/>
                  </a:ext>
                </a:extLst>
              </a:tr>
              <a:tr h="111636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fee based on restaurant size &amp; number of covers/locations.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228032"/>
                  </a:ext>
                </a:extLst>
              </a:tr>
              <a:tr h="1846715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Pay-per-Booking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platform earns only when the customer actually shows up (success-based transactional fee).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227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74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seating and reduced waiting time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table utilization and higher revenue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operations for restaurant staff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F1F4-D2BF-0003-51EF-83908C2B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D1E7F-041D-A35F-FF43-BDCA34D1A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 and offers.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restaurant and franchise support.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automation enhancements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secure online payment.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push notification for order reservation and offers.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87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 quick prototype (screenshots or live demo)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reservation process &amp; queue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 Mobile app integration, advanced analytics for peak hours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538</TotalTime>
  <Words>310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 Boardroom</vt:lpstr>
      <vt:lpstr>Table Reservation &amp; Queue For                Restaurant</vt:lpstr>
      <vt:lpstr>Introduction</vt:lpstr>
      <vt:lpstr>Problem Statement</vt:lpstr>
      <vt:lpstr>Objectives</vt:lpstr>
      <vt:lpstr>Proposed Solution</vt:lpstr>
      <vt:lpstr>Revenue Model</vt:lpstr>
      <vt:lpstr>Expected Impact</vt:lpstr>
      <vt:lpstr>Future Recommendations</vt:lpstr>
      <vt:lpstr>Demo /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 NERVOUS</cp:lastModifiedBy>
  <cp:revision>1</cp:revision>
  <dcterms:created xsi:type="dcterms:W3CDTF">2013-01-27T09:14:16Z</dcterms:created>
  <dcterms:modified xsi:type="dcterms:W3CDTF">2025-12-07T03:40:49Z</dcterms:modified>
  <cp:category/>
</cp:coreProperties>
</file>